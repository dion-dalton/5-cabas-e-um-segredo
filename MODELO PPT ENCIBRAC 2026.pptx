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2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844800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TEMÁTICA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</a:t>
            </a: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Renata Costa, Me</a:t>
            </a:r>
          </a:p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Andrea Ono, </a:t>
            </a:r>
            <a:r>
              <a:rPr lang="pt-BR" altLang="pt-BR" sz="1200" b="1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Dr</a:t>
            </a:r>
            <a:endParaRPr lang="pt-BR" altLang="pt-BR" sz="12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1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2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3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NOME DO CURSO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3 Palavras-Chave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2025.1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- PROBLEMÁTICA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- JUSTIFICATIVA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– OBJETIVO GERAL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– OBJETIVOS ESPECÍFICOS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É uma abordagem qualitativa, de natureza teórica, sem procedimentos práticos e baseados em referenciais teóricos. 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Texto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ou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citação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de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agradecimentos</a:t>
            </a:r>
            <a:endParaRPr lang="en-US" altLang="pt-BR" sz="3200" i="1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algn="ctr" eaLnBrk="1" hangingPunct="1"/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 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ou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informações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importantes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”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201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Renata Costa</cp:lastModifiedBy>
  <cp:revision>20</cp:revision>
  <dcterms:created xsi:type="dcterms:W3CDTF">2021-05-14T17:32:15Z</dcterms:created>
  <dcterms:modified xsi:type="dcterms:W3CDTF">2025-05-22T21:53:16Z</dcterms:modified>
</cp:coreProperties>
</file>