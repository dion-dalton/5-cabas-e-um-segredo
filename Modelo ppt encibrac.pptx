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FA40E-0274-4EFC-B5E3-8EB6E73FCFB0}" v="9" dt="2026-10-12T22:19:40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2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741" y="2237462"/>
            <a:ext cx="3532413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</a:t>
            </a:r>
            <a:r>
              <a:rPr lang="pt-BR" sz="1200" b="1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Isabella Luiza Dos Santos 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Dr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Amauri De Aquino Lima </a:t>
            </a:r>
          </a:p>
          <a:p>
            <a:pPr>
              <a:spcBef>
                <a:spcPct val="50000"/>
              </a:spcBef>
            </a:pPr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Daniel Carlos Silva </a:t>
            </a:r>
          </a:p>
          <a:p>
            <a:pPr>
              <a:spcBef>
                <a:spcPct val="50000"/>
              </a:spcBef>
            </a:pPr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Alisson da Silva Meireles</a:t>
            </a:r>
          </a:p>
          <a:p>
            <a:pPr>
              <a:spcBef>
                <a:spcPct val="50000"/>
              </a:spcBef>
            </a:pPr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Leonardo Aparecido Rezende Bispo</a:t>
            </a:r>
          </a:p>
          <a:p>
            <a:pPr>
              <a:spcBef>
                <a:spcPct val="50000"/>
              </a:spcBef>
            </a:pPr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Dion Dalton Ferreira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Acessibilidade Digital</a:t>
            </a:r>
          </a:p>
          <a:p>
            <a:pPr algn="r">
              <a:spcBef>
                <a:spcPct val="50000"/>
              </a:spcBef>
            </a:pPr>
            <a:r>
              <a:rPr lang="pt-BR" sz="1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Tecnologias Assistivas</a:t>
            </a:r>
          </a:p>
          <a:p>
            <a:pPr algn="r">
              <a:spcBef>
                <a:spcPct val="50000"/>
              </a:spcBef>
            </a:pPr>
            <a:r>
              <a:rPr lang="pt-BR" sz="1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Inclusão Social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9543689" y="5286394"/>
            <a:ext cx="1810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11/10/2026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50400E1-24C3-2094-9EA6-4D45429D34AC}"/>
              </a:ext>
            </a:extLst>
          </p:cNvPr>
          <p:cNvSpPr txBox="1"/>
          <p:nvPr/>
        </p:nvSpPr>
        <p:spPr>
          <a:xfrm>
            <a:off x="936625" y="914400"/>
            <a:ext cx="12698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Sei lá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891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PROBLEMÁTICA: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Como a falta de aplicação prática de normas de acessibilidade digital e a escassez de tecnologias assistivas perpetuam a exclusão de Pessoas com Deficiência (</a:t>
            </a:r>
            <a:r>
              <a:rPr lang="pt-BR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PcD</a:t>
            </a: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) no acesso ao conhecimento e ao mercado formal.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JUSTIFICATIVA: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A exclusão digital limita o direito de </a:t>
            </a:r>
            <a:r>
              <a:rPr lang="pt-BR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PcD</a:t>
            </a: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 ao acesso à informação, à educação e ao conhecimento.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A acessibilidade digital funciona como ferramenta de emancipação e autonomia, e não de exclusão.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A escassez de tecnologias assistivas dificulta que </a:t>
            </a:r>
            <a:r>
              <a:rPr lang="pt-BR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PcD</a:t>
            </a: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 aprendam e se desenvolvam na área de TI de forma autônoma.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A diversidade cognitiva nas equipes enriquece a resolução de problemas.</a:t>
            </a:r>
          </a:p>
          <a:p>
            <a:pPr marL="171450" indent="-171450">
              <a:lnSpc>
                <a:spcPct val="100000"/>
              </a:lnSpc>
            </a:pPr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Profissionais com deficiência contribuem para a criação de produtos nativamente mais inclusivos e inovadores.</a:t>
            </a:r>
          </a:p>
          <a:p>
            <a:pPr>
              <a:lnSpc>
                <a:spcPct val="100000"/>
              </a:lnSpc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GERAL:</a:t>
            </a:r>
          </a:p>
          <a:p>
            <a:pPr marL="171450" indent="-171450"/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Analisar o papel das tecnologias assistivas na inclusão e permanência de pessoas com deficiência no ensino e no mercado de trabalho de TI.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ESPECÍFICOS:</a:t>
            </a:r>
          </a:p>
          <a:p>
            <a:pPr marL="171450" indent="-171450"/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Mapear as principais tecnologias assistivas utilizadas no aprendizado de computação.</a:t>
            </a:r>
          </a:p>
          <a:p>
            <a:pPr marL="171450" indent="-171450"/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Identificar as barreiras enfrentadas por profissionais que possui deficiência em empresas de tecnologia.</a:t>
            </a:r>
          </a:p>
          <a:p>
            <a:pPr marL="171450" indent="-171450"/>
            <a:r>
              <a:rPr lang="pt-BR" sz="1100" dirty="0">
                <a:latin typeface="Verdana" panose="020B0604030504040204" pitchFamily="34" charset="0"/>
                <a:ea typeface="Verdana" panose="020B0604030504040204" pitchFamily="34" charset="0"/>
              </a:rPr>
              <a:t>[Discutir práticas para transformar os ambientes de ensino e de trabalho em TI mais acessíveis.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Pesquisa Nacional de Tecnologia Assistiva </a:t>
            </a:r>
            <a: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</a:rPr>
              <a:t>(São Paulo: ITS Brasil/MCTI-SECIS, 2012):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É de autoria de Teófilo Alves Galvão Filho e resultou de um termo de parceria entre o ITS Brasil e o Ministério da Ciência, Tecnologia e Inovação.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Tecnologia</a:t>
            </a:r>
            <a:r>
              <a:rPr lang="pt-BR" sz="11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assistiva: um itinerário da construção da área no Brasil: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indicado como referência em ementa de disciplina de tecnologia assistiva da UFF. 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Galvão Filho (2009; 2011):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Trabalhos usados como base teórica em estudos sobre tecnologia assistiva na educação, ao lado de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Bersch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(2017). </a:t>
            </a:r>
          </a:p>
          <a:p>
            <a:pPr>
              <a:buNone/>
            </a:pPr>
            <a:endParaRPr lang="pt-BR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Marco legal da acessibilidade: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Lei Brasileira de Inclusão e desenho universal.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Berberi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e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Fracaro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(2022)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Barreiras de acesso à tecnologia assistiva: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custo, carga tributária e desinformação.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Berberi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e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Fracaro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(2022)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Tecnologia assistiva na educação profissional e tecnológica: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falta de recursos e de preparo pedagógico. Grossi e Alvarenga (2025)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IA e acessibilidade: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reconhecimento de fala e síntese de voz. Gonçalves e Silva (2026)</a:t>
            </a: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Acessibilidade ubíqua:</a:t>
            </a:r>
          </a:p>
          <a:p>
            <a:pPr marL="171450" indent="-171450"/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ambientes inteligentes e seu custo.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Berberi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e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Fracaro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(2022)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Diretrizes e tecnologias assistivas contribuem para o ingresso, a permanência e a atuação de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PcD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na TI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O efeito depende de garantir o acesso a esses recursos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Instituições de ensino precisam de preparo pedagógico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Sistemas inclusivos desde a origem (desenho universal)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Lacuna e pesquisa futura: usabilidade de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IDEs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com desenvolvedores com deficiência visual e auditiva</a:t>
            </a:r>
          </a:p>
          <a:p>
            <a:pPr>
              <a:buNone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BERBERI, Marco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Antonio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Lima; FRACARO, Beatriz. Pessoas com deficiência, acessibilidade e tecnologia: entre possibilidades e desafios para a inclusão.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Pensar – Revista de Ciências Jurídicas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Fortaleza, v. 27, n. 4, p. 1-14, out./dez. 2022. DOI: 10.5020/2317-2150.2022.11972.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GONÇALVES, Suellen Souza; SILVA, Patrícia Nascimento. Inteligência artificial em audiolivros: aplicações e perspectivas. </a:t>
            </a:r>
            <a:r>
              <a:rPr lang="pt-BR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Palabra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Clave (La Plata)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v. 15, n. 2, e282, 2026. DOI: 10.24215/18539912e282.</a:t>
            </a:r>
          </a:p>
          <a:p>
            <a:pPr lvl="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GROSSI, Marcia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Gorett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Ribeiro; ALVARENGA,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Adrielle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Ketllenn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Fernandes de. Acessibilidade e tecnologia assistiva no contexto da educação profissional e tecnológica.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SCIAS – Educação, Comunicação e Tecnologia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Belo Horizonte, v. 7, n. 1, p. 7-31, jan./set. 2025. DOI: 10.36704/sciaseducomtec.v7i1.9546.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dirty="0">
                <a:solidFill>
                  <a:schemeClr val="bg1"/>
                </a:solidFill>
              </a:rPr>
              <a:t>Obrigado(a) pela atenção!</a:t>
            </a:r>
            <a:endParaRPr lang="pt-BR" altLang="pt-BR" sz="32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686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Daniel Carlos</cp:lastModifiedBy>
  <cp:revision>25</cp:revision>
  <dcterms:created xsi:type="dcterms:W3CDTF">2021-05-14T17:32:15Z</dcterms:created>
  <dcterms:modified xsi:type="dcterms:W3CDTF">2026-10-13T03:00:27Z</dcterms:modified>
</cp:coreProperties>
</file>